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BrowserSkill 自循环验收 — 第 3 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共 3 轮 · 2026-09-18 09:09:19 UTC</a:t>
            </a:r>
          </a:p>
          <a:p>
            <a:r>
              <a:t>分支 arena/01a0b3c5-browserskill · 576634a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轮次：第 3 轮 / 共 3 轮</a:t>
            </a:r>
          </a:p>
          <a:p>
            <a:pPr/>
            <a:r>
              <a:rPr sz="1800"/>
              <a:t>时间戳 (UTC)：2026-09-18 09:09:19 UTC</a:t>
            </a:r>
          </a:p>
          <a:p>
            <a:pPr/>
            <a:r>
              <a:rPr sz="1800"/>
              <a:t>上轮状态：第2轮 passed+accepted（verification全绿、ACCEPTED.json已收尾并push；第1轮同样passed+accepted）</a:t>
            </a:r>
          </a:p>
          <a:p>
            <a:pPr/>
            <a:r>
              <a:rPr sz="1800"/>
              <a:t>分支：arena/01a0b3c5-browserskill（arena/01a0b3c5-browserskill@576634a）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交付物清单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deliverables/round-3/report-round-3.docx</a:t>
            </a:r>
          </a:p>
          <a:p>
            <a:pPr/>
            <a:r>
              <a:rPr sz="1800"/>
              <a:t>deliverables/round-3/report-round-3.pptx（本文件）</a:t>
            </a:r>
          </a:p>
          <a:p>
            <a:pPr/>
            <a:r>
              <a:rPr sz="1800"/>
              <a:t>deliverables/round-3/meta.json</a:t>
            </a:r>
          </a:p>
          <a:p>
            <a:pPr/>
            <a:r>
              <a:rPr sz="1800"/>
              <a:t>scripts/agent-handsfree + scripts/make_deliverables.py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验收标准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docx / pptx 存在、非空、可打开</a:t>
            </a:r>
          </a:p>
          <a:p>
            <a:pPr/>
            <a:r>
              <a:rPr sz="1800"/>
              <a:t>内容含轮次 + 时间戳 + 上轮状态</a:t>
            </a:r>
          </a:p>
          <a:p>
            <a:pPr/>
            <a:r>
              <a:rPr sz="1800"/>
              <a:t>已 push 到分支，远端可拉取</a:t>
            </a:r>
          </a:p>
          <a:p>
            <a:pPr/>
            <a:r>
              <a:rPr sz="1800"/>
              <a:t>agent-handsfree request → passed</a:t>
            </a:r>
          </a:p>
          <a:p>
            <a:pPr/>
            <a:r>
              <a:rPr sz="1800"/>
              <a:t>agent-handsfree --accept → ACCEPTED.json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本轮为最后一轮（第 3 轮）</a:t>
            </a:r>
          </a:p>
          <a:p>
            <a:pPr/>
            <a:r>
              <a:rPr sz="1800"/>
              <a:t>通过后输出三轮判定 + 交付物清单总结</a:t>
            </a:r>
          </a:p>
          <a:p>
            <a:pPr/>
            <a:r>
              <a:rPr sz="1800"/>
              <a:t>总结输出后停止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